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0" r:id="rId6"/>
  </p:sldIdLst>
  <p:sldSz cx="14630400" cy="8229600"/>
  <p:notesSz cx="8229600" cy="14630400"/>
  <p:embeddedFontLst>
    <p:embeddedFont>
      <p:font typeface="Tomorrow" panose="020B0604020202020204" charset="0"/>
      <p:regular r:id="rId8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2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66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11" Type="http://schemas.openxmlformats.org/officeDocument/2006/relationships/image" Target="../media/image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210" y="616232"/>
            <a:ext cx="3182600" cy="70848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2031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Sledovač testů a učení – Výstup č. 3 (Backend)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6280190" y="2960846"/>
            <a:ext cx="7556421" cy="4065508"/>
          </a:xfrm>
          <a:prstGeom prst="roundRect">
            <a:avLst>
              <a:gd name="adj" fmla="val 83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6280190" y="2960846"/>
            <a:ext cx="3778210" cy="2395657"/>
          </a:xfrm>
          <a:prstGeom prst="roundRect">
            <a:avLst>
              <a:gd name="adj" fmla="val 1420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507004" y="31876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Technické řešení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507004" y="3678079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Implementace serverové části v Node.js, TypeScriptu a SQLite 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0058400" y="2960846"/>
            <a:ext cx="3778210" cy="2395657"/>
          </a:xfrm>
          <a:prstGeom prst="rect">
            <a:avLst/>
          </a:prstGeom>
          <a:solidFill>
            <a:srgbClr val="F0EAE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10058400" y="2960846"/>
            <a:ext cx="30480" cy="2395657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285214" y="31876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Architektura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0285214" y="3678079"/>
            <a:ext cx="332458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Přehledné rozdělení na moduly: Routy, Middleware, Typy a Databázová vrstva pro snadnou údržbu.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280190" y="5356503"/>
            <a:ext cx="7556421" cy="1669852"/>
          </a:xfrm>
          <a:prstGeom prst="rect">
            <a:avLst/>
          </a:prstGeom>
          <a:solidFill>
            <a:srgbClr val="F0EAE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280190" y="5356503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507004" y="55833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Standardy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507004" y="6073735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Využití moderních ES modulů a zabezpečeného ukládání citlivých dat pro vysokou bezpečnost.</a:t>
            </a:r>
            <a:endParaRPr lang="en-US" sz="1750" dirty="0">
              <a:latin typeface="Tomorrow" panose="020B060402020202020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9889925-4C9C-E39A-DCD8-B4DEF6630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9450" y="7802736"/>
            <a:ext cx="1790950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56567"/>
            <a:ext cx="71302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CFCF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Klíčové funkcionality API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3323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CFCF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Autentizace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913465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CFCF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Registrace a přihlašování uživatelů s využitím Bcrypt hashování hesel a JWT tokenů pro zabezpečený přístup.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32928" y="33323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CFCF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Správa dat (CRUD)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32928" y="3913465"/>
            <a:ext cx="397954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CFCF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Plně funkční rozhraní pro správu předmětů, plánování testů a evidenci studia zajišťující flexibilní manipulaci s daty.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332928" y="55918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>
              <a:latin typeface="Tomorrow" panose="020B0604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73496" y="33323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CFCF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Zabezpečení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873496" y="3913465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CFCF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Implementace autorizačního middlewaru pro ochranu soukromí a zabezpečení dat jednotlivých studentů před neoprávněným přístupem.</a:t>
            </a:r>
            <a:endParaRPr lang="en-US" sz="1750" dirty="0">
              <a:latin typeface="Tomorrow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427" y="279475"/>
            <a:ext cx="5733931" cy="22762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3469838"/>
            <a:ext cx="73338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Databáze a struktura (ER)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793790" y="4518779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1888" y="4688800"/>
            <a:ext cx="340162" cy="34016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20604" y="54260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Integrita dat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1020604" y="5916454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Nastavení cizích klíčů a automatických vazeb mezi uživateli, testy a předměty pro zajištění konzistence dat.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216962" y="4518779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cs-CZ" dirty="0">
              <a:latin typeface="Tomorrow" panose="020B060402020202020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5060" y="4688800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43776" y="54260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Role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443776" y="5916454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Systémové rozlišení uživatelů na "Student" a "Admin" pro budoucí rozšíření funkcionality a řízení přístupu.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9640133" y="4518779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68232" y="4688800"/>
            <a:ext cx="340162" cy="34016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866948" y="54260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Automatizace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9866948" y="5916454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Skript pro automatickou inicializaci tabulek a základních rolí při startu serveru, což zjednodušuje nasazení.</a:t>
            </a:r>
            <a:endParaRPr lang="en-US" sz="1750" dirty="0">
              <a:latin typeface="Tomorrow" panose="020B060402020202020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9E4DD7-1CDD-EE3D-0F65-35BE7D2E74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2183" y="7732822"/>
            <a:ext cx="1790950" cy="4967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16" y="321099"/>
            <a:ext cx="5829492" cy="442452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503" y="321099"/>
            <a:ext cx="3767329" cy="44245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87415" y="5041665"/>
            <a:ext cx="4053483" cy="50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Ověření a testování</a:t>
            </a:r>
            <a:endParaRPr lang="en-US" sz="3150" b="1" dirty="0">
              <a:latin typeface="Tomorrow" panose="020B0604020202020204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2187415" y="5791520"/>
            <a:ext cx="10255448" cy="1712357"/>
          </a:xfrm>
          <a:prstGeom prst="roundRect">
            <a:avLst>
              <a:gd name="adj" fmla="val 1420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2187415" y="5791520"/>
            <a:ext cx="3418403" cy="1712357"/>
          </a:xfrm>
          <a:prstGeom prst="roundRect">
            <a:avLst>
              <a:gd name="adj" fmla="val 1420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2349459" y="5953564"/>
            <a:ext cx="2026682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API Testing</a:t>
            </a:r>
            <a:endParaRPr lang="en-US" sz="1550" b="1" dirty="0">
              <a:latin typeface="Tomorrow" panose="020B06040202020202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349459" y="6304084"/>
            <a:ext cx="3094315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Všechny endpointy byly ověřeny pomocí nástroje Postman</a:t>
            </a:r>
            <a:endParaRPr lang="en-US" sz="1250" dirty="0">
              <a:latin typeface="Tomorrow" panose="020B060402020202020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605819" y="5791520"/>
            <a:ext cx="3418523" cy="1712357"/>
          </a:xfrm>
          <a:prstGeom prst="rect">
            <a:avLst/>
          </a:prstGeom>
          <a:solidFill>
            <a:srgbClr val="F0EAE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605819" y="5791520"/>
            <a:ext cx="22860" cy="1712357"/>
          </a:xfrm>
          <a:prstGeom prst="roundRect">
            <a:avLst>
              <a:gd name="adj" fmla="val 106393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767863" y="5953564"/>
            <a:ext cx="2026682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Konektivita</a:t>
            </a:r>
            <a:endParaRPr lang="en-US" sz="1550" b="1" dirty="0">
              <a:latin typeface="Tomorrow" panose="020B060402020202020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767863" y="6304084"/>
            <a:ext cx="3094434" cy="103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Backend je plně připraven na bezproblémové propojení s frontendem, včetně správné konfigurace CORS.</a:t>
            </a:r>
            <a:endParaRPr lang="en-US" sz="1250" dirty="0">
              <a:latin typeface="Tomorrow" panose="020B060402020202020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024341" y="5791520"/>
            <a:ext cx="3418523" cy="1712357"/>
          </a:xfrm>
          <a:prstGeom prst="rect">
            <a:avLst/>
          </a:prstGeom>
          <a:solidFill>
            <a:srgbClr val="F0EAEA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024341" y="5791520"/>
            <a:ext cx="22860" cy="1712357"/>
          </a:xfrm>
          <a:prstGeom prst="roundRect">
            <a:avLst>
              <a:gd name="adj" fmla="val 106393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9186385" y="5953564"/>
            <a:ext cx="2026682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Kvalita kódu</a:t>
            </a:r>
            <a:endParaRPr lang="en-US" sz="1550" b="1" dirty="0">
              <a:latin typeface="Tomorrow" panose="020B060402020202020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186385" y="6304084"/>
            <a:ext cx="3094434" cy="77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Byly odstraněny technické dluhy v konfiguraci TypeScriptu a Environment variables pro čistší kód.</a:t>
            </a:r>
            <a:endParaRPr lang="en-US" sz="1250" dirty="0">
              <a:latin typeface="Tomorrow" panose="020B060402020202020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187415" y="7686281"/>
            <a:ext cx="10255448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>
              <a:latin typeface="Tomorrow" panose="020B060402020202020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018D7B-C006-FCE8-E092-4B7A10FEA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9502" y="7798637"/>
            <a:ext cx="1790950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2718"/>
            <a:ext cx="69301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Další kroky (Výstup č. 4)</a:t>
            </a:r>
            <a:endParaRPr lang="en-US" sz="4450" b="1" dirty="0">
              <a:latin typeface="Tomorrow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916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146703"/>
            <a:ext cx="6407944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Frontend vývoj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81142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Zahájení prací na uživatelském rozhraní pomocí frameworku React.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8548" y="27916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28548" y="3146703"/>
            <a:ext cx="6408063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28548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Propojení s API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81142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Implementace sofistikovaného stavového managementu pro plynulou a efektivní komunikaci s backendovým API.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93406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750" dirty="0">
              <a:latin typeface="Tomorrow" panose="020B06040202020202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5289113"/>
            <a:ext cx="13042821" cy="3048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cs-CZ">
              <a:latin typeface="Tomorrow" panose="020B06040202020202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54634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Tomorrow" panose="020B0604020202020204" charset="0"/>
                <a:ea typeface="Tomorrow Semi Bold" pitchFamily="34" charset="-122"/>
                <a:cs typeface="Tomorrow Semi Bold" pitchFamily="34" charset="-120"/>
              </a:rPr>
              <a:t>Design dashboardu</a:t>
            </a:r>
            <a:endParaRPr lang="en-US" sz="2200" b="1" dirty="0">
              <a:latin typeface="Tomorrow" panose="020B06040202020202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9538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anose="020B0604020202020204" charset="0"/>
                <a:ea typeface="Tomorrow" pitchFamily="34" charset="-122"/>
                <a:cs typeface="Tomorrow" pitchFamily="34" charset="-120"/>
              </a:rPr>
              <a:t>Návrh interaktivního dashboardu s kalendářem a detailními statistikami, plně v souladu s funkční specifikací.</a:t>
            </a:r>
            <a:endParaRPr lang="en-US" sz="1750" dirty="0">
              <a:latin typeface="Tomorrow" panose="020B060402020202020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7C5811-66E6-8BBD-290E-604548ADF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4778" y="7804735"/>
            <a:ext cx="1790950" cy="352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283</Words>
  <Application>Microsoft Office PowerPoint</Application>
  <PresentationFormat>Custom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Matěj Noga</cp:lastModifiedBy>
  <cp:revision>2</cp:revision>
  <dcterms:created xsi:type="dcterms:W3CDTF">2026-01-18T14:54:49Z</dcterms:created>
  <dcterms:modified xsi:type="dcterms:W3CDTF">2026-01-18T15:10:56Z</dcterms:modified>
</cp:coreProperties>
</file>