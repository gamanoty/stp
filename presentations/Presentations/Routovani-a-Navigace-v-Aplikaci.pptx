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Barlow" panose="00000500000000000000" pitchFamily="2" charset="-18"/>
      <p:regular r:id="rId9"/>
    </p:embeddedFont>
  </p:embeddedFont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90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717" y="1582460"/>
            <a:ext cx="5603558" cy="472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Routování a Navigace v Aplikaci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94717" y="2229922"/>
            <a:ext cx="7954566" cy="45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Zajistil jsem plynulý přechod mezi jednotlivými částmi aplikace a vylepšili uživatelský zážitek pomocí chytré navigace.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94717" y="2820353"/>
            <a:ext cx="7954566" cy="1197650"/>
          </a:xfrm>
          <a:prstGeom prst="roundRect">
            <a:avLst>
              <a:gd name="adj" fmla="val 9162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Shape 3"/>
          <p:cNvSpPr/>
          <p:nvPr/>
        </p:nvSpPr>
        <p:spPr>
          <a:xfrm>
            <a:off x="571857" y="2820353"/>
            <a:ext cx="91440" cy="1197650"/>
          </a:xfrm>
          <a:prstGeom prst="roundRect">
            <a:avLst>
              <a:gd name="adj" fmla="val 278776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4"/>
          <p:cNvSpPr/>
          <p:nvPr/>
        </p:nvSpPr>
        <p:spPr>
          <a:xfrm>
            <a:off x="856059" y="3013115"/>
            <a:ext cx="3028117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Propojení Seznamu a Detailu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56059" y="3366373"/>
            <a:ext cx="7500461" cy="45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Nyní můžete intuitivně kliknout na libovolný test v seznamu a aplikace vás přesměruje na jeho specifickou detailní stránku, identifikovanou unikátním ID.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717" y="4134922"/>
            <a:ext cx="7954566" cy="1197650"/>
          </a:xfrm>
          <a:prstGeom prst="roundRect">
            <a:avLst>
              <a:gd name="adj" fmla="val 9162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7"/>
          <p:cNvSpPr/>
          <p:nvPr/>
        </p:nvSpPr>
        <p:spPr>
          <a:xfrm>
            <a:off x="571857" y="4134922"/>
            <a:ext cx="91440" cy="1197650"/>
          </a:xfrm>
          <a:prstGeom prst="roundRect">
            <a:avLst>
              <a:gd name="adj" fmla="val 278776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8"/>
          <p:cNvSpPr/>
          <p:nvPr/>
        </p:nvSpPr>
        <p:spPr>
          <a:xfrm>
            <a:off x="856059" y="4327684"/>
            <a:ext cx="2265878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Inteligentní Sidebar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56059" y="4680942"/>
            <a:ext cx="7500461" cy="45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Ikony v postranním panelu se dynamicky rozsvěcují podle aktuální pozice uživatele v aplikaci. Navigační prvky jako Kalendář a Předměty nově aktivně přepínají mezi jednotlivými pohledy.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717" y="5449491"/>
            <a:ext cx="7954566" cy="1197650"/>
          </a:xfrm>
          <a:prstGeom prst="roundRect">
            <a:avLst>
              <a:gd name="adj" fmla="val 9162"/>
            </a:avLst>
          </a:prstGeom>
          <a:solidFill>
            <a:srgbClr val="0A081B">
              <a:alpha val="75000"/>
            </a:srgbClr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1"/>
          <p:cNvSpPr/>
          <p:nvPr/>
        </p:nvSpPr>
        <p:spPr>
          <a:xfrm>
            <a:off x="571857" y="5449491"/>
            <a:ext cx="91440" cy="1197650"/>
          </a:xfrm>
          <a:prstGeom prst="roundRect">
            <a:avLst>
              <a:gd name="adj" fmla="val 278776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Text 12"/>
          <p:cNvSpPr/>
          <p:nvPr/>
        </p:nvSpPr>
        <p:spPr>
          <a:xfrm>
            <a:off x="856059" y="5642253"/>
            <a:ext cx="2265878" cy="283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Flexibilní Rozložení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856059" y="5995511"/>
            <a:ext cx="7500461" cy="45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Postranní panel a horní navigační lišta se automaticky skryjí na přihlašovací stránce, čímž zajišťují čisté a nerušené rozhraní pro autentizaci.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9220" y="1091327"/>
            <a:ext cx="5979914" cy="451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Přihlašovací a Registrační Formulář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329220" y="1757005"/>
            <a:ext cx="9971842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Vyvinuli jsme robustní a uživatelsky přívětivé řešení pro autentizaci, které integruje přihlášení a registraci do jednoho elegantního komponentu.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2329220" y="2694384"/>
            <a:ext cx="2447092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Unifikovaný Komponent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329220" y="3072408"/>
            <a:ext cx="3232428" cy="86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Naše nové řešení spojuje funkcionalitu přihlášení a registrace do jednoho pokročilého komponentu, který umožňuje plynulé přepínání mezi oběma režimy.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329220" y="4042410"/>
            <a:ext cx="2832973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Rozšířená Data pro Backend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329220" y="4420433"/>
            <a:ext cx="3232428" cy="862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 bezproblémovou registraci a správnou komunikaci s backendem jsme přidali povinná pole pro jméno a Role_ID. Tím je zajištěno, že backend obdrží všechny potřebné informace.</a:t>
            </a:r>
            <a:endParaRPr lang="en-US" sz="12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746" y="2213491"/>
            <a:ext cx="6342817" cy="354008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73060" y="6154817"/>
            <a:ext cx="2728198" cy="27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Pokročilé Zpracování Chyb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2573060" y="6586299"/>
            <a:ext cx="9728002" cy="431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 případě chybně zadaného hesla nebo jiných problémů s autentizací, aplikace nyní zobrazí jasné chybové hlášení v červeném boxu, namísto selhání celé operace.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329220" y="5994321"/>
            <a:ext cx="22860" cy="1143833"/>
          </a:xfrm>
          <a:prstGeom prst="rect">
            <a:avLst/>
          </a:prstGeom>
          <a:solidFill>
            <a:srgbClr val="16FFBB"/>
          </a:solidFill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122878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Načítání Dat z API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30243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Přešli jsme od statických dat k dynamickému načítání, abychom zajistili aktuálnost a relevanci obsahu.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37" y="2975134"/>
            <a:ext cx="3148370" cy="31483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59223" y="2975134"/>
            <a:ext cx="290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Autentizace Pomocí Tokenů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4259223" y="3946207"/>
            <a:ext cx="2901672" cy="2765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Každý požadavek odeslaný na server nyní obsahuje unikátní JWT token v hlavičce. Tím je zaručena bezpečná identifikace uživatele a personalizace dat.</a:t>
            </a:r>
            <a:endParaRPr lang="en-US" sz="1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505" y="2975134"/>
            <a:ext cx="3148370" cy="31483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64691" y="2975134"/>
            <a:ext cx="290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Vizuální Indikace Načítání</a:t>
            </a:r>
            <a:endParaRPr lang="en-US" sz="2550" dirty="0"/>
          </a:p>
        </p:txBody>
      </p:sp>
      <p:sp>
        <p:nvSpPr>
          <p:cNvPr id="9" name="Text 5"/>
          <p:cNvSpPr/>
          <p:nvPr/>
        </p:nvSpPr>
        <p:spPr>
          <a:xfrm>
            <a:off x="10864691" y="3946207"/>
            <a:ext cx="2901672" cy="3160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Během stahování dat se na obrazovce zobrazuje animace načítání (loading spinner). To uživateli vizuálně signalizuje, že probíhá proces a aplikace reaguje, což zlepšuje celkový dojem z používání.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145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9373" y="219051"/>
            <a:ext cx="6431533" cy="310862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36752" y="3535918"/>
            <a:ext cx="654855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Dashboard: Váš Domovský Displej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636752" y="4258508"/>
            <a:ext cx="11356777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Váš nový dashboard nabízí personalizované prostředí s přehledem nadcházejících událostí, vše v souladu s originálním designem.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636752" y="4812744"/>
            <a:ext cx="279320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Personalizované Uvítání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636752" y="5260181"/>
            <a:ext cx="7223760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Dashboard vás nyní vítá osobním pozdravem, který zahrnuje vaše jméno, dynamicky získané z databáze. Pocit exkluzivity a individualizace pro každého uživatele.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636752" y="5917406"/>
            <a:ext cx="397871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Přehled "Nadcházejících" Událostí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636752" y="6364843"/>
            <a:ext cx="7223760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Šedý postranní panel byl implementován pro zobrazení nadcházejících testů. Inteligentně vypočítává a zobrazuje, „za kolik dní“ se daný test uskuteční, což pomáhá s plánováním.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9186505" y="4673918"/>
            <a:ext cx="3947874" cy="2334220"/>
          </a:xfrm>
          <a:prstGeom prst="roundRect">
            <a:avLst>
              <a:gd name="adj" fmla="val 19038"/>
            </a:avLst>
          </a:prstGeom>
          <a:solidFill>
            <a:srgbClr val="16FFB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7"/>
          <p:cNvSpPr/>
          <p:nvPr/>
        </p:nvSpPr>
        <p:spPr>
          <a:xfrm>
            <a:off x="9371648" y="4812744"/>
            <a:ext cx="274796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Zachovaný Vizuální Styl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9371648" y="5260181"/>
            <a:ext cx="3577590" cy="1295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Při implementaci dashboardu jsme věnovali maximální pozornost zachování vašeho původního designu, včetně specifických gradientů a zaoblených rohů, pro konzistentní a estetický vzhled.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9695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547" y="122386"/>
            <a:ext cx="6369325" cy="311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79853" y="3314819"/>
            <a:ext cx="5618559" cy="510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Inteligentní Logika Kalendáře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1679853" y="4030385"/>
            <a:ext cx="11270694" cy="256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Kalendář se stal plně funkčním a interaktivním nástrojem, který zjednodušuje správu vašich testů.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1679853" y="4440555"/>
            <a:ext cx="3665696" cy="2771061"/>
          </a:xfrm>
          <a:prstGeom prst="roundRect">
            <a:avLst>
              <a:gd name="adj" fmla="val 9947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Shape 3"/>
          <p:cNvSpPr/>
          <p:nvPr/>
        </p:nvSpPr>
        <p:spPr>
          <a:xfrm>
            <a:off x="1886426" y="4647128"/>
            <a:ext cx="551259" cy="551259"/>
          </a:xfrm>
          <a:prstGeom prst="roundRect">
            <a:avLst>
              <a:gd name="adj" fmla="val 16585826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37993" y="4798695"/>
            <a:ext cx="248007" cy="24800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86426" y="5335072"/>
            <a:ext cx="267021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Přesné Počítání Měsíců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1886426" y="5723334"/>
            <a:ext cx="3252549" cy="102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Kalendář již není jen statická tabulka. Nyní inteligentně rozpoznává počet dní v každém měsíci a správně určuje začátek týdne, což zajišťuje přesné zobrazení.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2233" y="4440555"/>
            <a:ext cx="3665815" cy="2771061"/>
          </a:xfrm>
          <a:prstGeom prst="roundRect">
            <a:avLst>
              <a:gd name="adj" fmla="val 9947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Shape 7"/>
          <p:cNvSpPr/>
          <p:nvPr/>
        </p:nvSpPr>
        <p:spPr>
          <a:xfrm>
            <a:off x="5688806" y="4647128"/>
            <a:ext cx="551259" cy="551259"/>
          </a:xfrm>
          <a:prstGeom prst="roundRect">
            <a:avLst>
              <a:gd name="adj" fmla="val 16585826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40373" y="4798695"/>
            <a:ext cx="248007" cy="2480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688806" y="5335072"/>
            <a:ext cx="247280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Interaktivní Navigace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5688806" y="5723334"/>
            <a:ext cx="3252668" cy="128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Můžete plynule listovat mezi měsíci dopředu i dozadu. Kalendář se automaticky přepočítá a zobrazí správné datumy, což umožňuje snadnou orientaci v čase.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9284732" y="4440555"/>
            <a:ext cx="3665815" cy="2771061"/>
          </a:xfrm>
          <a:prstGeom prst="roundRect">
            <a:avLst>
              <a:gd name="adj" fmla="val 9947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Shape 11"/>
          <p:cNvSpPr/>
          <p:nvPr/>
        </p:nvSpPr>
        <p:spPr>
          <a:xfrm>
            <a:off x="9491305" y="4647128"/>
            <a:ext cx="551259" cy="551259"/>
          </a:xfrm>
          <a:prstGeom prst="roundRect">
            <a:avLst>
              <a:gd name="adj" fmla="val 16585826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cs-CZ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42872" y="4798695"/>
            <a:ext cx="248007" cy="24800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491305" y="5335072"/>
            <a:ext cx="2915364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Vizuální Propojení s Testy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9491305" y="5723334"/>
            <a:ext cx="3252668" cy="128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Políčka v kalendáři se automaticky zabarví v ty dny, kdy máte v databázi naplánovaný test. To poskytuje rychlý vizuální přehled o vašich nadcházejících událostech.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947261"/>
            <a:ext cx="6601063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TypeScript a Čistota Kódu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003346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Zlepšili jsme robustnost a udržovatelnost kódu prostřednictvím TypeScriptu a optimalizace struktury projektu.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3046333"/>
            <a:ext cx="4136231" cy="4235887"/>
          </a:xfrm>
          <a:prstGeom prst="roundRect">
            <a:avLst>
              <a:gd name="adj" fmla="val 3537"/>
            </a:avLst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864037" y="3015853"/>
            <a:ext cx="4136231" cy="121920"/>
          </a:xfrm>
          <a:prstGeom prst="roundRect">
            <a:avLst>
              <a:gd name="adj" fmla="val 303750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Shape 4"/>
          <p:cNvSpPr/>
          <p:nvPr/>
        </p:nvSpPr>
        <p:spPr>
          <a:xfrm>
            <a:off x="2561868" y="2676049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2784038" y="2861191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41333" y="3663553"/>
            <a:ext cx="329184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Eliminace 'any' Typů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141333" y="4223147"/>
            <a:ext cx="358163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Kód byl důkladně vyčištěn od nekonkrétních 'any' typů. Nyní používáme striktní interfaces pro data z backendu, což zvyšuje bezpečnost a přehlednost kódu.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247084" y="3046333"/>
            <a:ext cx="4136231" cy="4235887"/>
          </a:xfrm>
          <a:prstGeom prst="roundRect">
            <a:avLst>
              <a:gd name="adj" fmla="val 3537"/>
            </a:avLst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Shape 9"/>
          <p:cNvSpPr/>
          <p:nvPr/>
        </p:nvSpPr>
        <p:spPr>
          <a:xfrm>
            <a:off x="5247084" y="3015853"/>
            <a:ext cx="4136231" cy="121920"/>
          </a:xfrm>
          <a:prstGeom prst="roundRect">
            <a:avLst>
              <a:gd name="adj" fmla="val 303750"/>
            </a:avLst>
          </a:prstGeom>
          <a:solidFill>
            <a:srgbClr val="29DDDA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Shape 10"/>
          <p:cNvSpPr/>
          <p:nvPr/>
        </p:nvSpPr>
        <p:spPr>
          <a:xfrm>
            <a:off x="6944916" y="2676049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7167086" y="2861191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524381" y="3663553"/>
            <a:ext cx="3571518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Standardizace Importů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524381" y="4223147"/>
            <a:ext cx="358163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Cesty k souborům (např. mezi views a components) byly sjednoceny a organizovány pro lepší strukturu projektu a jednodušší navigaci v kódu.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630132" y="3046333"/>
            <a:ext cx="4136231" cy="4235887"/>
          </a:xfrm>
          <a:prstGeom prst="roundRect">
            <a:avLst>
              <a:gd name="adj" fmla="val 3537"/>
            </a:avLst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Shape 15"/>
          <p:cNvSpPr/>
          <p:nvPr/>
        </p:nvSpPr>
        <p:spPr>
          <a:xfrm>
            <a:off x="9630132" y="3015853"/>
            <a:ext cx="4136231" cy="121920"/>
          </a:xfrm>
          <a:prstGeom prst="roundRect">
            <a:avLst>
              <a:gd name="adj" fmla="val 303750"/>
            </a:avLst>
          </a:prstGeom>
          <a:solidFill>
            <a:srgbClr val="37A7E7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Shape 16"/>
          <p:cNvSpPr/>
          <p:nvPr/>
        </p:nvSpPr>
        <p:spPr>
          <a:xfrm>
            <a:off x="11327963" y="2676049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11550134" y="2861191"/>
            <a:ext cx="296228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907429" y="3663553"/>
            <a:ext cx="35816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Integrace Lucide-react Ikon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907429" y="4634627"/>
            <a:ext cx="3581638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Všechny ikony (jako jsou knížky, hodiny, uživatelé) byly správně integrovány do rozložení pomocí knihovny Lucide-react, což zajišťuje jejich konzistentní a estetické zobrazení.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624</Words>
  <Application>Microsoft Office PowerPoint</Application>
  <PresentationFormat>Custom</PresentationFormat>
  <Paragraphs>55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Spline Sans Bold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Matěj Noga</cp:lastModifiedBy>
  <cp:revision>2</cp:revision>
  <dcterms:created xsi:type="dcterms:W3CDTF">2026-03-01T17:13:36Z</dcterms:created>
  <dcterms:modified xsi:type="dcterms:W3CDTF">2026-03-01T17:17:56Z</dcterms:modified>
</cp:coreProperties>
</file>