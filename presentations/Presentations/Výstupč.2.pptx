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41E97-9A05-4093-933A-47016A2E5985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4D6E1-5808-4FCF-B8D8-5400028D23B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746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4D6E1-5808-4FCF-B8D8-5400028D23B4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943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8D04-9FA3-33BA-406B-C729804C9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1F4FC-44BA-89AB-D790-660A2C018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953D3-0471-50F1-D587-4A2E4255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D9A85-E4D7-8EED-0E49-0E497169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42AF4-4EFC-4EED-473B-954A3DE9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407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6E86-96D2-FBF3-8476-8D5553A5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311C8-A388-8F23-921F-01387FBB8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5FB43-FFB3-3F80-AFA2-D4B6DEE8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85A93-2A07-626C-D231-85F96C25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252CE-055F-71C0-4B1B-B67660FB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516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4FEC-72D0-3F15-4299-9514EAC5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57C12-DDAE-2E65-C4B6-06EC2ED2E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4E250-01C8-354B-BC9F-B288DE2C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81E62-291C-C2B3-A2FC-0554471F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CEE2B-F7C3-FB37-631E-9DFEF605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995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17A2-D7BA-2D11-7C02-15101C3A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C50E1-E0AE-0878-1B74-406A871C4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B9CBF-FE3F-53A1-8B32-3DE0ABFDA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92A7A-7CFC-D4EE-C9F7-9E80B0D2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8C933-9856-99FD-21EE-0D0AB8AC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F33DD-E89E-F758-2EFC-1E2B7D60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592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068E-7DBC-B2E2-2E85-9F2199EB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2C78E-2E10-37D1-8FF6-4686829C2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F5B27-AC11-01F1-12F8-AFE33BDBB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E3176-F33E-2CD3-05F1-66F7E1F7C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04D3C-FF89-E801-6158-35B128134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96879-1562-17F9-0757-3C8345F2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AF546-7D64-09F0-BB5A-534B257E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C22DE6-1814-D9BC-CB87-625A66F8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772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8A4C-29EF-7A7D-38C7-9DF1B4E9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94E40-AFCB-8600-CFEA-F31B4C08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5546E-D20E-E29E-E62D-DDF36E8C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29A8F-1FBF-9C0C-D3C7-33B79520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5706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081D7-2D2E-0BE0-936E-29F17FF3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F55F3-ADD7-D089-3693-473653BE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5C371-1BCE-8D86-05E9-40D956AA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360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358F-39EB-E139-5D57-D5C7C1C3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15042-B709-6E6D-ABC0-3676E515C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8A038-7CE1-088B-6AB1-4F9078432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7CE3A-216F-384A-76C1-0E08E7CA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DC387-7CB6-EF48-D8D7-A51D1D17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95648-414A-423D-B755-8B06D969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109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C7D9-9CF7-EC9C-66F7-08BD20C3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C732E-9AFF-8A67-78A0-8AF92EF55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EB48E-0402-A9A7-57EB-DE3E40AA0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99CF2-39C3-1FA9-5520-AAA6D206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DFC8D-0C57-9448-D1D9-DE98868E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79715-DA2A-770B-4AE1-47C4D690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855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2A9C-4F01-EB28-F6E1-14AC6729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6E245-284F-FC62-807D-15ACE7A55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DAF35-A834-1E4A-EB73-E6760CA1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70702-B6EA-76E2-3AD2-09D1A3F7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811DA-C597-C8A6-161B-2D36BFF2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107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49104-0C16-A52E-8071-3145E12AF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252DE-6CE3-A8B1-D89A-AD6DC19B8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17C9F-C3B4-02D3-E90E-0E2FE757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5E76-DE01-E24A-CC91-5E12FC49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B999B-63AD-287E-F251-EF482C76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500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9DF2A-4A17-1E03-2C8E-E392B6F5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98A30-A4A4-983A-BCCA-8AB1F31B7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15639-5BA5-6075-0AB4-FCC0E29BB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DCCE5-1934-41A5-B5F7-F01B69C2CE8E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F56FC-80E6-46C0-A156-E0E563340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0EA83-3841-9716-9500-4CBFEDB8D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F4997-52E1-43BA-96D7-1A324EA818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66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302A9-E60B-17CE-C40C-6E2E99EB22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59E6C7-D716-71F1-5850-6A69336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UI Design + 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A5CC7-1362-0B03-4823-0FD09CC9E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40504"/>
            <a:ext cx="9144000" cy="1098395"/>
          </a:xfrm>
        </p:spPr>
        <p:txBody>
          <a:bodyPr>
            <a:normAutofit/>
          </a:bodyPr>
          <a:lstStyle/>
          <a:p>
            <a:pPr algn="r"/>
            <a:r>
              <a:rPr lang="cs-CZ" dirty="0">
                <a:solidFill>
                  <a:srgbClr val="FFFFFF"/>
                </a:solidFill>
              </a:rPr>
              <a:t>Matěj Noga</a:t>
            </a:r>
          </a:p>
        </p:txBody>
      </p:sp>
    </p:spTree>
    <p:extLst>
      <p:ext uri="{BB962C8B-B14F-4D97-AF65-F5344CB8AC3E}">
        <p14:creationId xmlns:p14="http://schemas.microsoft.com/office/powerpoint/2010/main" val="4292995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5B41C-4F3B-E64A-2022-98F89D602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1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C43273-F37B-5267-2303-0E2E51C87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0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8BCDE-CF7F-1064-53DF-D6FBFA140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73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FE7A-63E1-7028-9200-D9AC3245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8C126-707C-DB4D-D021-A2BBC34FD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80" y="1472499"/>
            <a:ext cx="1053612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1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Widescreen</PresentationFormat>
  <Paragraphs>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UI Design + ER</vt:lpstr>
      <vt:lpstr>PowerPoint Presentation</vt:lpstr>
      <vt:lpstr>PowerPoint Presentation</vt:lpstr>
      <vt:lpstr>PowerPoint Presentation</vt:lpstr>
      <vt:lpstr>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Matěj Noga</dc:creator>
  <cp:lastModifiedBy>Matěj Noga</cp:lastModifiedBy>
  <cp:revision>1</cp:revision>
  <dcterms:created xsi:type="dcterms:W3CDTF">2025-12-01T20:57:10Z</dcterms:created>
  <dcterms:modified xsi:type="dcterms:W3CDTF">2025-12-01T21:02:18Z</dcterms:modified>
</cp:coreProperties>
</file>